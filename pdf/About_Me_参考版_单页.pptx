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05163626bf43aa" /><Relationship Type="http://schemas.openxmlformats.org/officeDocument/2006/relationships/extended-properties" Target="/docProps/app.xml" Id="R1d2bded747ed4fbb" /><Relationship Type="http://schemas.openxmlformats.org/officeDocument/2006/relationships/officeDocument" Target="/ppt/presentation.xml" Id="R9d0802e7cfd7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7db6704b72448c"/>
  </p:sldMasterIdLst>
  <p:notesMasterIdLst>
    <p:notesMasterId xmlns:r="http://schemas.openxmlformats.org/officeDocument/2006/relationships" r:id="R27c14ce3c26a4d1a"/>
  </p:notesMasterIdLst>
  <p:sldIdLst>
    <p:sldId xmlns:r="http://schemas.openxmlformats.org/officeDocument/2006/relationships" id="256" r:id="R76082e208ced41f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db6704b72448c" /><Relationship Type="http://schemas.openxmlformats.org/officeDocument/2006/relationships/theme" Target="/ppt/theme/theme1.xml" Id="Ref7755e8dba344c1" /><Relationship Type="http://schemas.openxmlformats.org/officeDocument/2006/relationships/notesMaster" Target="/ppt/notesMasters/notesMaster1.xml" Id="R27c14ce3c26a4d1a" /><Relationship Type="http://schemas.openxmlformats.org/officeDocument/2006/relationships/presProps" Target="/ppt/presProps.xml" Id="R58405ba5ab1a4078" /><Relationship Type="http://schemas.openxmlformats.org/officeDocument/2006/relationships/viewProps" Target="/ppt/viewProps.xml" Id="R0bbcb8213bae43ae" /><Relationship Type="http://schemas.openxmlformats.org/officeDocument/2006/relationships/tableStyles" Target="/ppt/tableStyles.xml" Id="R8d9ac29ed50048c8" /><Relationship Type="http://schemas.openxmlformats.org/officeDocument/2006/relationships/slide" Target="/ppt/slides/slide1.xml" Id="R76082e208ced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1b2bae3435749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cfaafc555f4317" /><Relationship Type="http://schemas.openxmlformats.org/officeDocument/2006/relationships/notesMaster" Target="/ppt/notesMasters/notesMaster1.xml" Id="Rb2654b2ad8b6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5f22557e645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3fe9cde0414a87" /><Relationship Type="http://schemas.openxmlformats.org/officeDocument/2006/relationships/slideLayout" Target="/ppt/slideLayouts/slideLayout2.xml" Id="Rdef2c9a1916947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f2c9a19169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f0596d2ea642ef" /><Relationship Type="http://schemas.openxmlformats.org/officeDocument/2006/relationships/image" Target="/ppt/media/image.png" Id="Rcf8e758193f24cb6" /><Relationship Type="http://schemas.openxmlformats.org/officeDocument/2006/relationships/notesSlide" Target="/ppt/notesSlides/notesSlide1.xml" Id="R5cfd4344449a48e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E081F-7696-4525-9CDB-3F33830D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8A29D-26CD-4545-97C1-40D60D48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703E2-9FD6-4A52-B4C1-8DCB9700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85950"/>
            <a:ext cx="112395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B2312-880D-41F6-9E13-CAF8B95A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1500"/>
            <a:ext cx="2781300" cy="36385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e758193f24cb6"/>
          <a:srcRect xmlns:a="http://schemas.openxmlformats.org/drawingml/2006/main" l="198" t="0" r="1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" y="571500"/>
            <a:ext cx="2781300" cy="3638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ADC4B-F81E-4B6F-AB27-BA17A1DE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A2D1F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0">
                <a:solidFill>
                  <a:srgbClr val="4A2D1F"/>
                </a:solidFill>
                <a:latin typeface="Comic Sans MS"/>
                <a:ea typeface="Comic Sans MS"/>
                <a:cs typeface="Comic Sans MS"/>
              </a:rPr>
              <a:t>Hello!!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C7D0B-7F98-488F-A8E9-CC711A6C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816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rPr>
              <a:t>我是刘颖，城乡规划背景，正在转向 AI 产品经理方向。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rPr>
              <a:t>我相信好的产品来自真实场景理解：从用户角色、需求冲突和系统关系中，拆解出清晰的产品流程、AI 工作流与可视化表达。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2DFA5-B5BC-4FAD-A727-9E82080B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5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2D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A2D1F"/>
                </a:solidFill>
                <a:latin typeface="Arial"/>
                <a:ea typeface="Arial"/>
                <a:cs typeface="Arial"/>
              </a:rPr>
              <a:t>EDUCATION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B845E-927E-4543-A87A-8EC5CD1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82867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A5633-1555-435A-8FBF-F650F986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047750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A543D-1C93-4A2F-84EF-27959A22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1049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7AED7-CA42-4F30-913A-0A0C321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066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rPr>
              <a:t>UNDERGRADUATE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52FA9-1A04-4957-B281-E4ED58D7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2858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2022.09 - 2027.06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48D84-866A-4439-A364-C15A621C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2476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安徽建筑大学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AF4C3-F24C-4A38-89F4-56020BC2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城乡规划本科 / GPA 3.7/5（前 20%）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3EA9C-DCDB-440A-B9B0-831FAB4F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1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A6E5C-3184-4FDD-BF1F-68B064A4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479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2E34B-4103-4D71-B9E4-A88FEEE9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09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rPr>
              <a:t>PRODUCT TRANSITION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670D6-C2DE-4C47-990C-DFDA1F5E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288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2025 - 2026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A8D72-6001-4810-BE42-1139A1CC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38425"/>
            <a:ext cx="2476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AI 产品经理方向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8E9F4-45DD-4095-B895-4BD48649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AI Agent / 用户洞察 / 复杂场景产品化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89001-1554-47F0-966F-EFCAC83B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766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2D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A2D1F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F2BD7-CD12-4B90-82C5-E7C88A43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100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2B7BB-CC31-48F8-A439-570C8303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291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4D3D4-06C3-423E-83EB-9F539EE5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86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323C4E-8A68-46C2-874F-027A1C1D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767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中文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257CA0-701F-4413-B0A1-2EF15D66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863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72B9E-668A-466C-A17A-9CF04EDC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434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731D3E-7C6B-4FF0-B86C-4628CF35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339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English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F9330-DBA5-4177-80B2-FE72F050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435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CB995A-DE84-483F-B181-7E755886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00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84E50-DBBF-4696-93CD-40CB9E82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911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AI / Product Vocabulary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59D4AB-AEA3-4591-BE7D-78C29B4A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9055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2D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A2D1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35C18F-5465-4C37-AA9B-C4B61F40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23887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6C3EEF-7726-426D-8701-77978F41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436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乡村规划竞赛、省级一等奖 / 国家佳作奖；AI 产品作品集包含用户自调研系统、AI 旅行规划 Agent、乡村文旅 AI 助手。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28A3C6-7B88-42F3-81CD-99D6E86A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2D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A2D1F"/>
                </a:solidFill>
                <a:latin typeface="Arial"/>
                <a:ea typeface="Arial"/>
                <a:cs typeface="Arial"/>
              </a:rPr>
              <a:t>ANALOGUE SKILLS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3AB852-D43F-46E3-ABE8-254CF69B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2867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8CDE5B-9987-4742-87FA-483D956C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真实场景理解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2CEF6B-BF17-40A0-8382-4B107654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954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用户需求拆解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71AB2F-FAF2-4F8C-84DA-BF554B4F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复杂系统拆解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A61B38-B341-4448-B433-40B5693E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产品流程设计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269F02-098D-48DE-8918-1116881F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可视化表达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CE10D4-94DB-41ED-A0DC-8009A27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方案策划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20D3C0-00A8-4357-9C82-B36FD682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954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用户洞察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AFD956-29D4-47A0-A4A0-464D7D4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240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空间分析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F43107-D623-4756-9A53-33ACE32F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52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汇报表达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45C6AE-DF37-412E-8E94-216ABC8F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跨学科协作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7ADB6B-1049-4505-8852-4D396FF1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2D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A2D1F"/>
                </a:solidFill>
                <a:latin typeface="Arial"/>
                <a:ea typeface="Arial"/>
                <a:cs typeface="Arial"/>
              </a:rPr>
              <a:t>SOFTWARE SKILLS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896DF9-0314-4A4C-B8F7-243E4C4B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527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5A3B6E-A366-4461-A880-D50D0EC2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95C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08987E-4379-4F33-AB7F-88D06BB1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1AFB6A-D3B9-4A6A-9F2E-561EB0C6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E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02FFF0-70A6-485A-AD89-AA876BC0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E72174-625A-4D23-9E31-DB70362F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E5D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8C17CF-E140-4E67-A036-9176DE41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Cur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ACCD50-0A4D-4029-B733-F7D8B5A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E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D2E9A2-D4EF-49E9-BAC8-4CD53C05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51970F-9F94-4C53-A5D6-BD239EE3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6E58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72E237-5841-420A-84B9-BC445F30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XMd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5E816C-4D50-42CA-89F9-7B670572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E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52ACC9-C86A-4818-93CF-1BE7A48C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74024B-113C-46B3-9B8E-280A0FF4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908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8A4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21EF90-D9AE-48A2-9D51-28BFDE5F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PPT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E5FD7B-7F79-467B-8D6E-7A71AE5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E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B39CA2-B38A-4E4A-9A0D-19DAAD46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971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1ED31A5-292F-4816-BB53-250C8970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99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55D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B6D16C-C6BD-4A09-8E24-9A6B5F40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8615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8B3287-A2FE-4EB0-821C-B219CA6C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242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E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364000-2BD3-402A-BCFE-E088FAAB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24250"/>
            <a:ext cx="6381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F9B6A31-7AEA-47C1-956B-4413A859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29050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CC6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A339DF-27DF-471C-B80A-8BF49BC0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0525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08B91B-2685-499B-89E3-A1D57A2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4335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E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D2C9FC-75D1-432B-BED9-FBCBE9B2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43350"/>
            <a:ext cx="6000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D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8EFA81B-D7E8-474C-846D-26E883AA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71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2D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A2D1F"/>
                </a:solidFill>
                <a:latin typeface="Arial"/>
                <a:ea typeface="Arial"/>
                <a:cs typeface="Arial"/>
              </a:rPr>
              <a:t>INTEREST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6612471-DA96-4434-80C2-0AE353E9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053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F310D7-BF4A-4262-9B65-01A088C1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ACA994-AC8D-4BE1-88F9-5DB5436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529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998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5A993B-AB98-4279-9B99-E5B37858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053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C03E063-705C-4A3A-9738-7546DAD1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435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D2FD22-784C-48B6-B9BE-FC76C6FC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71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402D05-DEEB-4646-BF57-A40A1A21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998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84979F-D20A-4680-A983-B0E1BA09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053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B804A97-3E63-4269-8F92-8A6EC869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435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rPr>
              <a:t>User Research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3E25EB5-B7C2-4BF7-A1F1-F4C212CB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71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D43C1B6-3140-4A8C-90C9-1FCF3EF6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529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998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05200F-DD60-42C4-900F-BD6C6C2C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053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旅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9CA71A7-C93E-4C25-99F8-10EEBCE9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1435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rPr>
              <a:t>Travel Design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BFF50A-AF26-4230-A347-9FFFE81F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171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5A05E41-EF0B-428E-9972-993163D3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529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998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D082E0-1785-4A9B-9E30-A5399CAF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7053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FC4AEF0-DDF2-4BBE-B7BB-2FE3C1AB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A2D1F"/>
                </a:solidFill>
                <a:latin typeface="Microsoft YaHei"/>
                <a:ea typeface="Microsoft YaHei"/>
                <a:cs typeface="Microsoft YaHei"/>
              </a:rPr>
              <a:t>Visual Story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A26CDE9-F564-4BB0-8F4D-E628F485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384F538-8F53-4501-8EC3-0342D4CC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816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2D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A2D1F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70EAC4E-C87C-4F5E-BF2B-A3031802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150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A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1B17B76-51A8-41CD-AF03-E22D880C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531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B2B30B5-4236-4F8F-8D17-A7EB8555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22935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@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D242E3-51A3-4B32-9EC5-9B83770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91250"/>
            <a:ext cx="2476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2364314755@qq.com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CE38973-641F-411E-8E4C-E742B970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7CEFF79-48E7-48AA-8982-FA034824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9130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☎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0EE792D-3CB2-4F5C-832F-4F9AB45B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553200"/>
            <a:ext cx="2095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F2924"/>
                </a:solidFill>
                <a:latin typeface="Microsoft YaHei"/>
                <a:ea typeface="Microsoft YaHei"/>
                <a:cs typeface="Microsoft YaHei"/>
              </a:rPr>
              <a:t>19307065732</a:t>
            </a:r>
          </a:p>
        </p:txBody>
      </p:sp>
    </p:spTree>
    <p:extLst>
      <p:ext uri="{BB962C8B-B14F-4D97-AF65-F5344CB8AC3E}">
        <p14:creationId xmlns:p14="http://schemas.microsoft.com/office/powerpoint/2010/main" val="127877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2026-06-02T14:18:06.2230000Z</dcterms:created>
  <dcterms:modified xsi:type="dcterms:W3CDTF">2026-06-02T14:18:06.2230000Z</dcterms:modified>
</coreProperties>
</file>