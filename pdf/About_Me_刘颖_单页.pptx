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7d91cebf284f22" /><Relationship Type="http://schemas.openxmlformats.org/officeDocument/2006/relationships/extended-properties" Target="/docProps/app.xml" Id="Re6f69ac7e05f487c" /><Relationship Type="http://schemas.openxmlformats.org/officeDocument/2006/relationships/officeDocument" Target="/ppt/presentation.xml" Id="Rab0f79bb745343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5543524a754ca9"/>
  </p:sldMasterIdLst>
  <p:notesMasterIdLst>
    <p:notesMasterId xmlns:r="http://schemas.openxmlformats.org/officeDocument/2006/relationships" r:id="R90980cd058bb45b6"/>
  </p:notesMasterIdLst>
  <p:sldIdLst>
    <p:sldId xmlns:r="http://schemas.openxmlformats.org/officeDocument/2006/relationships" id="256" r:id="Ra51905136a4e4a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543524a754ca9" /><Relationship Type="http://schemas.openxmlformats.org/officeDocument/2006/relationships/theme" Target="/ppt/theme/theme1.xml" Id="Rc0a7ba47e6e54c77" /><Relationship Type="http://schemas.openxmlformats.org/officeDocument/2006/relationships/notesMaster" Target="/ppt/notesMasters/notesMaster1.xml" Id="R90980cd058bb45b6" /><Relationship Type="http://schemas.openxmlformats.org/officeDocument/2006/relationships/presProps" Target="/ppt/presProps.xml" Id="R2d138c9b1cef4f05" /><Relationship Type="http://schemas.openxmlformats.org/officeDocument/2006/relationships/viewProps" Target="/ppt/viewProps.xml" Id="R4d21cb26f6bc4e5f" /><Relationship Type="http://schemas.openxmlformats.org/officeDocument/2006/relationships/tableStyles" Target="/ppt/tableStyles.xml" Id="R914308ad0d694a76" /><Relationship Type="http://schemas.openxmlformats.org/officeDocument/2006/relationships/slide" Target="/ppt/slides/slide1.xml" Id="Ra51905136a4e4a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18355e1269245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b5c518daa440c" /><Relationship Type="http://schemas.openxmlformats.org/officeDocument/2006/relationships/notesMaster" Target="/ppt/notesMasters/notesMaster1.xml" Id="R4057e1976e9f40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5828b65ba40e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1d5e3d409d44eca" /><Relationship Type="http://schemas.openxmlformats.org/officeDocument/2006/relationships/slideLayout" Target="/ppt/slideLayouts/slideLayout2.xml" Id="R17c8550f0d5f44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c8550f0d5f44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ba152abe24601" /><Relationship Type="http://schemas.openxmlformats.org/officeDocument/2006/relationships/image" Target="/ppt/media/image.png" Id="R78259ea875bd4542" /><Relationship Type="http://schemas.openxmlformats.org/officeDocument/2006/relationships/notesSlide" Target="/ppt/notesSlides/notesSlide1.xml" Id="R5a5172c11ae349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AA3E8-BED8-4D70-9E02-B96EC857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22AEE-B95A-409A-A9B2-5DBC8A3D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2952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05331"/>
                </a:solidFill>
                <a:latin typeface="Georgia"/>
                <a:ea typeface="Georgia"/>
                <a:cs typeface="Georgia"/>
              </a:defRPr>
            </a:pPr>
            <a:r>
              <a:rPr sz="3675" b="0">
                <a:solidFill>
                  <a:srgbClr val="005331"/>
                </a:solidFill>
                <a:latin typeface="Georgia"/>
                <a:ea typeface="Georgia"/>
                <a:cs typeface="Georgia"/>
              </a:rPr>
              <a:t>About 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C7314-35A0-470E-9E2F-4517621C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620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刘颖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3D97D-D473-4226-BFF3-5E02D5E8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19200"/>
            <a:ext cx="2457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D7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6BFAF-FB6E-4255-A67D-FABE965F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23975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AI 产品经理实习生候选人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A3536-B306-4557-A56A-60DEDE5A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0975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城乡规划背景  |  AI Agent  |  用户洞察  |  复杂场景产品化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28FB6-2609-437B-A9A6-ADAB4804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90750"/>
            <a:ext cx="42481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D8D2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C5FD7-58DE-4CF7-BD4C-6C428D49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FDF47-6063-44D2-8F01-38DE32C8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安徽建筑大学 · 城乡规划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5CAF9-C095-4187-9C93-8820A17C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193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合肥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CEF01-B50C-4D63-994E-18597154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50A2C-D7DF-4C86-AC88-0B37BFFB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2022.09 - 2027.06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9D267-38D2-4070-A7EF-F718856F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A6D5A-3E9F-443E-B052-C8E65CF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手机：19307065732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1CEBD-7BE1-4F4A-A672-E6855420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D5D70-4D43-42AE-A208-1AF719BF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12FD9-75B4-484C-87B9-C3DCD5B1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邮箱：2364314755@qq.com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CDB59-9FEF-4E4D-852C-0FC7B6FC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0BA16-FBFC-47D8-95DB-2A7AC7A8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3A57C-FB94-4546-9967-3235EB6F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求职方向：AI 产品经理实习生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433AE-C78C-4EA9-B33C-6FD49EB3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21165-FEC1-43C4-85CE-1E4FE458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AD45D-39A1-458E-B504-D9A65002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可随时到岗，可实习 3 个月以上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F820E-881C-4154-9699-D2BDA65B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24350"/>
            <a:ext cx="42481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D8D2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3E53D-3F0F-4802-B99B-474552A4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53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9E1DF-6721-44DA-AD84-40E0E303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2FD062-61BD-476F-AB44-0CC586EF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我是谁？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7A15A-42F4-4AED-B92F-DC89D29A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3638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我本科来自城乡规划专业，正在转向 AI 产品经理方向。</a:t>
            </a:r>
          </a:p>
          <a:p xmlns:a="http://schemas.openxmlformats.org/drawingml/2006/main">
            <a:pPr algn="l">
              <a:defRPr sz="900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相比只从功能出发，我更擅长从真实场景中拆解用户角色、需求冲突与系统关系，并将复杂问题转化为清晰的产品流程、AI 工作流和可视化方案。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2F2A42-9B41-4597-A265-C3CCCA4E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390650"/>
            <a:ext cx="952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FE982F-FED0-46D0-9260-F36C6EE2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5750"/>
            <a:ext cx="16573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E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59ea875bd4542"/>
          <a:stretch xmlns:a="http://schemas.openxmlformats.org/drawingml/2006/main"/>
        </p:blipFill>
        <p:spPr>
          <a:xfrm xmlns:a="http://schemas.openxmlformats.org/drawingml/2006/main">
            <a:off x="10248900" y="36195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553ECF-BEE2-4452-ACA7-1EB861FF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6764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7CA4F0-2887-42C5-A935-2FA5D157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504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53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E09E82-2632-4245-B87B-9189B0E0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581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D8AFBB-7841-45F7-AE80-B0F3D2C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525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能力结构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11FDF8-F0CF-47C3-9CAD-0B0667A6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573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D441E2-CF22-4FD4-B971-4BA60A1A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431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D8D2C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4D59EA-63CD-4CF5-8ED5-6696093A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526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AI 产品设计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8B362A-3118-4B3B-A16C-54DC1D6F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765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需求分析 / 用户流程 / PRD / Prompt 设计 / RAG 基础认知 / AI 工作流设计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C178DA-6ED2-4189-BC22-A5E9C108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0C1CED-A48C-423F-AC24-69910D38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01EE2C-2A67-42F4-851C-9F0028EF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00300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B29937-2ADE-4CEE-86F3-11BD9C32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D8D2C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8B0A8D-7CD5-4594-B7AD-06CFD043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526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原型与落地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FCDF63-53EF-4C14-AD7D-4C25B82F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Figma / Cursor / XMind / Excel / Python 基础 / SQL 基础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1D32D1-5A41-489F-92AE-5102B7A9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7645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6989E3-F2AC-44EF-9856-A6845DC3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336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E2B0A9-0830-4BC4-8AAD-B5160BEB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72D485-42CC-4E39-B689-B78DDF4D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431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D8D2C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419DC2-D547-4935-A0A5-21C9042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526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跨学科优势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796B04-299D-4966-9812-51E184C7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765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用户调研 / 空间分析 / 复杂系统拆解 / 可视化表达 / 方案汇报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7129A4-6B49-4DF0-984A-C7AE937A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07645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8500A5-5DFE-4A65-BABD-7405AB6B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133600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A9FCDC-55E9-4EF4-993D-F2E54109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133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0E93B6-05CC-46A9-BD62-69C9E66C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29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53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934E3F-656B-4C91-9F7D-9E795005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052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包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F54750-0071-4623-BE86-F1231C00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代表项目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2A0FBF-3980-4324-A282-543FA34A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81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6D0513-08C6-4FBD-905A-3EEA69F4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862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D8D2C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18FA9D-51FE-4155-B578-E3FA4E8A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57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0E8"/>
          </a:solidFill>
          <a:ln xmlns:a="http://schemas.openxmlformats.org/drawingml/2006/main" w="9525">
            <a:solidFill>
              <a:srgbClr val="00533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92F57C-7FA3-4CBE-9F25-13652AB3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9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研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0E0E2A-48DB-4198-BBF7-03BBD1CD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AI 用户自调研系统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1C48FD-1680-46EF-B671-9DBABCC3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7197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用户声音抓取、清洗、分析与报告生成工具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650B7A-D464-4EDC-BDEC-06E3CC79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862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D8D2C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B4915D-A617-4D80-956A-6EE1504F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57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0E8"/>
          </a:solidFill>
          <a:ln xmlns:a="http://schemas.openxmlformats.org/drawingml/2006/main" w="9525">
            <a:solidFill>
              <a:srgbClr val="00533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C8DEB9-C9F5-4DF5-ADF7-D56BAEB5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9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旅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DA97153-6D77-4A78-A049-12B93D1D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38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AI 旅行规划 Agent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9790F4-3669-4E9C-893D-7B89174D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7197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偏好驱动的个性化行程生成与迭代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396410-8FC3-4418-B645-6D09D96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862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D8D2C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D5C015-04BD-4D99-8D01-314BCC0C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57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0E8"/>
          </a:solidFill>
          <a:ln xmlns:a="http://schemas.openxmlformats.org/drawingml/2006/main" w="9525">
            <a:solidFill>
              <a:srgbClr val="00533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EAD6087-FD59-4D2E-B477-77A50EFB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910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莲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496CA6-F69C-4248-A6A0-F6B9E6B9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38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茶韵莲乡：乡村文旅 AI 助手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7EDC56-EE48-4C42-9010-81C71F70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37197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文化导览、活动预约、村民共创与运营闭环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1AE41D-91AC-4F4B-8180-993AE05D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57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53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185865C-19E1-4C10-A9EF-DCE6365F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339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奖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358D6C4-00B1-4C0E-984B-A4C88D68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053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教育与奖项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1CB5253-D15E-4F25-9974-861518BA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0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FBDC2B-E5AC-4EA4-A535-A1061E4D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19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3EA"/>
          </a:solidFill>
          <a:ln xmlns:a="http://schemas.openxmlformats.org/drawingml/2006/main" w="9525">
            <a:solidFill>
              <a:srgbClr val="D8D2C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E18E244-249F-4113-8C43-51EEE059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530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校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C9923F-0050-451F-8B1F-ADB8B878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15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安徽建筑大学</a:t>
            </a:r>
          </a:p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城乡规划本科</a:t>
            </a:r>
          </a:p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GPA 3.7/5</a:t>
            </a:r>
          </a:p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（前 20%）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EB8C19-E2A6-417B-BC79-5285EF84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9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3EA"/>
          </a:solidFill>
          <a:ln xmlns:a="http://schemas.openxmlformats.org/drawingml/2006/main" w="9525">
            <a:solidFill>
              <a:srgbClr val="D8D2C1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3616B85-B365-4AE8-BA17-FBC5F6B2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奖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564992-8583-417B-AFB0-C1D0322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15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2023-2024</a:t>
            </a:r>
          </a:p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国家励志奖学金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84CB155-E29B-422C-961E-194585B0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19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3EA"/>
          </a:solidFill>
          <a:ln xmlns:a="http://schemas.openxmlformats.org/drawingml/2006/main" w="9525">
            <a:solidFill>
              <a:srgbClr val="D8D2C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B3403A9-D847-4FEC-AE45-081F3760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530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星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E4555F9-1D97-4C23-8E18-EE6CE803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15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2022-2024</a:t>
            </a:r>
          </a:p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校三等奖学金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FCBC280-D471-44E6-921C-D9A0F68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219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3EA"/>
          </a:solidFill>
          <a:ln xmlns:a="http://schemas.openxmlformats.org/drawingml/2006/main" w="9525">
            <a:solidFill>
              <a:srgbClr val="D8D2C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0C89B81-5AA5-47FC-8900-52A6C79F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3530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杯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FF0A16D-BB95-4034-A68F-2057DBFF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15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乡村规划大赛</a:t>
            </a:r>
          </a:p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省级一等奖 /</a:t>
            </a:r>
          </a:p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国家佳作奖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FA82F3-0E4B-4EE0-B0D3-2A4E37A1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2197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3EA"/>
          </a:solidFill>
          <a:ln xmlns:a="http://schemas.openxmlformats.org/drawingml/2006/main" w="9525">
            <a:solidFill>
              <a:srgbClr val="D8D2C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BD2B97A-62B3-47FE-B05A-46C6928E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3530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山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6C16048-5192-4FF5-83DD-1C47A9F7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715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长三角黄山竞赛</a:t>
            </a:r>
          </a:p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传统乡村生活场景</a:t>
            </a:r>
          </a:p>
          <a:p xmlns:a="http://schemas.openxmlformats.org/drawingml/2006/main">
            <a:pPr algn="ctr">
              <a:def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243B31"/>
                </a:solidFill>
                <a:latin typeface="Microsoft YaHei"/>
                <a:ea typeface="Microsoft YaHei"/>
                <a:cs typeface="Microsoft YaHei"/>
              </a:rPr>
              <a:t>设计赛道优秀奖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8F89321-4AF7-46C3-8E98-E67C44B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29250"/>
            <a:ext cx="510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BBB00FE-4D12-498E-B950-6426DE37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29350"/>
            <a:ext cx="1219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38C4930-7C9B-47DC-A2EA-B7F7F4B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579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AD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ADCC5"/>
                </a:solidFill>
                <a:latin typeface="Microsoft YaHei"/>
                <a:ea typeface="Microsoft YaHei"/>
                <a:cs typeface="Microsoft YaHei"/>
              </a:rPr>
              <a:t>◎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D072B4-D326-4418-9871-1EC634B2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579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真实场景理解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D01811F-4EB9-46D4-94E2-4BDDAD1C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42937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2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33DAACD-215E-407C-9503-88331BF7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4579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AD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ADCC5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598C419-DC5B-497A-A804-CC041837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4579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用户需求拆解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0F3646C-B862-44D9-A42C-C8CBCD62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42937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2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D42FC3A-72C0-48EF-AE87-10D52943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4579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AD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ADCC5"/>
                </a:solidFill>
                <a:latin typeface="Microsoft YaHei"/>
                <a:ea typeface="Microsoft YaHei"/>
                <a:cs typeface="Microsoft YaHei"/>
              </a:rPr>
              <a:t>脑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1B69656-E82D-4CD2-83AC-14C4B7CE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579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AI 产品思维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F7816E4-49DB-4B90-948A-540AC819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2937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2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6FD8D5F-65B6-4527-BB36-5567984A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579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AD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ADCC5"/>
                </a:solidFill>
                <a:latin typeface="Microsoft YaHei"/>
                <a:ea typeface="Microsoft YaHei"/>
                <a:cs typeface="Microsoft YaHei"/>
              </a:rPr>
              <a:t>图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CEBF954-390A-477C-B5F9-73D37224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4579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可视化表达</a:t>
            </a:r>
          </a:p>
        </p:txBody>
      </p:sp>
    </p:spTree>
    <p:extLst>
      <p:ext uri="{BB962C8B-B14F-4D97-AF65-F5344CB8AC3E}">
        <p14:creationId xmlns:p14="http://schemas.microsoft.com/office/powerpoint/2010/main" val="1482182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2026-06-01T13:50:13.9340000Z</dcterms:created>
  <dcterms:modified xsi:type="dcterms:W3CDTF">2026-06-01T13:50:13.9340000Z</dcterms:modified>
</coreProperties>
</file>