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249c5c9617408d" /><Relationship Type="http://schemas.openxmlformats.org/officeDocument/2006/relationships/extended-properties" Target="/docProps/app.xml" Id="Rab3791856b374ee8" /><Relationship Type="http://schemas.openxmlformats.org/officeDocument/2006/relationships/officeDocument" Target="/ppt/presentation.xml" Id="Rb240db959d0e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348468772b407d"/>
  </p:sldMasterIdLst>
  <p:notesMasterIdLst>
    <p:notesMasterId xmlns:r="http://schemas.openxmlformats.org/officeDocument/2006/relationships" r:id="Rc7d103ffdd4245c8"/>
  </p:notesMasterIdLst>
  <p:sldIdLst>
    <p:sldId xmlns:r="http://schemas.openxmlformats.org/officeDocument/2006/relationships" id="256" r:id="R5997aaa1595b4d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48468772b407d" /><Relationship Type="http://schemas.openxmlformats.org/officeDocument/2006/relationships/theme" Target="/ppt/theme/theme1.xml" Id="R9ee68c36ea6b4549" /><Relationship Type="http://schemas.openxmlformats.org/officeDocument/2006/relationships/notesMaster" Target="/ppt/notesMasters/notesMaster1.xml" Id="Rc7d103ffdd4245c8" /><Relationship Type="http://schemas.openxmlformats.org/officeDocument/2006/relationships/presProps" Target="/ppt/presProps.xml" Id="R63e90e18c6d74178" /><Relationship Type="http://schemas.openxmlformats.org/officeDocument/2006/relationships/viewProps" Target="/ppt/viewProps.xml" Id="Rfd7d9c5755b84ee1" /><Relationship Type="http://schemas.openxmlformats.org/officeDocument/2006/relationships/tableStyles" Target="/ppt/tableStyles.xml" Id="R2c389d90fe37400f" /><Relationship Type="http://schemas.openxmlformats.org/officeDocument/2006/relationships/slide" Target="/ppt/slides/slide1.xml" Id="R5997aaa1595b4d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d03e57a317740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3bbdc1b277486d" /><Relationship Type="http://schemas.openxmlformats.org/officeDocument/2006/relationships/notesMaster" Target="/ppt/notesMasters/notesMaster1.xml" Id="R1fd768dbed2941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d014de2b44fa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e5cc53196cf4113" /><Relationship Type="http://schemas.openxmlformats.org/officeDocument/2006/relationships/slideLayout" Target="/ppt/slideLayouts/slideLayout2.xml" Id="R41c3a712963a497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3a712963a497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c1b60aadae4ba4" /><Relationship Type="http://schemas.openxmlformats.org/officeDocument/2006/relationships/notesSlide" Target="/ppt/notesSlides/notesSlide1.xml" Id="R23130ff852aa4d8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A3B09-323E-4F31-9798-015ADFE8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9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CCF00-EA67-4BFC-AF10-DE0EBF8A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C7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C78A6"/>
                </a:solidFill>
                <a:latin typeface="Microsoft YaHei"/>
                <a:ea typeface="Microsoft YaHei"/>
                <a:cs typeface="Microsoft YaHei"/>
              </a:rPr>
              <a:t>09 /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43269-D7A9-46BF-A126-C985D0A8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"/>
            <a:ext cx="3581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RESEARCH SYSTEM / AI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F559AA-F2FE-4616-B7D2-36320507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021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02119"/>
                </a:solidFill>
                <a:latin typeface="Microsoft YaHei"/>
                <a:ea typeface="Microsoft YaHei"/>
                <a:cs typeface="Microsoft YaHei"/>
              </a:rPr>
              <a:t>测试发现与迭代方向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5A2C0-319D-44A1-9F3A-46AC69B4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000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rPr>
              <a:t>从 MVP 测试中定位两个影响可信度和可用性的关键问题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91B7B-AA4C-4F9C-8795-743F53F5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5315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23D21-5301-442A-B0CE-C0BFFBF0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238875"/>
            <a:ext cx="66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90627-4CCA-464B-A293-F03124B9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286500"/>
            <a:ext cx="590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2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16636-ECB6-475D-932C-344FA0BF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6391275"/>
            <a:ext cx="6667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1C4624-C98E-41C9-AAC3-1ED25223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410325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88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DE17B4-48FD-4D94-9505-E4A7C5B2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5DE70-A456-4BBD-8DC1-54517F65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封面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FC6AD-810B-4F00-AAD8-1C53A5F7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667DB-2402-420A-94E0-440E70F4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产品概况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51C9B9-F9A4-45DC-B39B-732094E3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330334-CCAD-42B6-AB9F-BCECA78C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用户痛点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D8522-1CBE-4D59-BBBE-3C10879C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833D3-9E64-4208-8D24-530EAC1C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B49EFB-06FD-46ED-A7C6-34F6024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B5019-6DEF-43F5-A9AA-FCE9D5DB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01D62-0C4A-4717-89E7-C827EDD9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1809B-9992-4177-8983-6285434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E3234-E093-4FB5-8CF7-7C5D5D5A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9F434C-F122-4544-A897-DFB11FCF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报告结构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E4120-622A-49BB-9D83-91641463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09598-ECB5-4825-83CE-690E388A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2D2F7B-C0E9-437B-8549-AAB1F983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343650"/>
            <a:ext cx="171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19050">
            <a:solidFill>
              <a:srgbClr val="EC7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B0250E-6EF4-40F3-B424-73D79D1D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6391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3C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8AF0E-F5AC-44CF-90BF-6FB003E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10350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C78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EC78A6"/>
                </a:solidFill>
                <a:latin typeface="Microsoft YaHei"/>
                <a:ea typeface="Microsoft YaHei"/>
                <a:cs typeface="Microsoft YaHei"/>
              </a:rPr>
              <a:t>数据评估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FDDEAE-AFBA-49FE-8FF5-F3104324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516255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BB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424B7-87C8-4280-8362-4C123FFB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09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2180E0-F746-4F4E-AAA2-01A647EC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F1C0B-D2E1-455D-AF85-FB1347B0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8859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跨平台抓取不稳定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A93F8A-9110-4941-99E8-2EE83C43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704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DE8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F38911-C406-4444-BD67-271E701A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704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发现问题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54D35D-0327-48B2-81FC-0C2154B5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8602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rPr>
              <a:t>Twitter / YouTube / Reddit 在接口限制、反爬策略、关键词命中率上表现不一致，导致同一课题下不同平台返回数据量波动较大。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688909-F6B0-485D-B737-39E5C4EC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704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DE8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A60F61-979E-4797-AD66-553F0858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43275"/>
            <a:ext cx="704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影响结果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4BAE21-9A63-4A60-892E-5A8B22C9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6707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rPr>
              <a:t>数据量不稳定会影响报告覆盖度，部分结论可能出现平台样本偏向，进而影响用户对报告可信度的判断。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A5E1AA-4424-46A4-B143-87E8B519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57650"/>
            <a:ext cx="704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9525">
            <a:solidFill>
              <a:srgbClr val="EC78A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F85455-436B-4AD3-9DD0-88A4A0486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704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迭代方向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BA63C7-DD91-4E01-BE2B-BD037003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4812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564B"/>
                </a:solidFill>
                <a:latin typeface="Microsoft YaHei"/>
                <a:ea typeface="Microsoft YaHei"/>
                <a:cs typeface="Microsoft YaHei"/>
              </a:rPr>
              <a:t>建立抓取监控与降级机制：记录成功率、有效样本数和失败原因；失败时自动切换备用关键词、降低抓取深度，或提示补充数据源。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D1B8B9-9364-44F1-9A8A-453C8115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57350"/>
            <a:ext cx="516255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005331"/>
          </a:solidFill>
          <a:ln xmlns:a="http://schemas.openxmlformats.org/drawingml/2006/main" w="11430">
            <a:solidFill>
              <a:srgbClr val="00533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974CF6-1AEC-4470-938C-EFB00C37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66900"/>
            <a:ext cx="609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99DB207-063C-4E9B-A77D-9559A5CC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580F0D-0146-48B1-8774-952D1D59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3905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追问还不够基于证据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4BC4F5-18DB-4059-B753-D84F42A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95550"/>
            <a:ext cx="704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DE8D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03C608-54CF-4264-B4B0-AD3DD3C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62225"/>
            <a:ext cx="704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发现问题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F77898-0498-4176-88BD-8E37190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8602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6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F0E9"/>
                </a:solidFill>
                <a:latin typeface="Microsoft YaHei"/>
                <a:ea typeface="Microsoft YaHei"/>
                <a:cs typeface="Microsoft YaHei"/>
              </a:rPr>
              <a:t>当前 AI Agent 能围绕报告继续回答问题，但追问主要依赖大模型总结，容易泛化，不能稳定定位到具体用户原话和样本来源。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70832F1-C384-4CAA-90D5-0490FBB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76600"/>
            <a:ext cx="704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DE8DF"/>
          </a:solidFill>
          <a:ln xmlns:a="http://schemas.openxmlformats.org/drawingml/2006/main" w="9525">
            <a:solidFill>
              <a:srgbClr val="DDE8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9BA778-1F22-4AFA-A86B-7579E4C4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43275"/>
            <a:ext cx="704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05331"/>
                </a:solidFill>
                <a:latin typeface="Microsoft YaHei"/>
                <a:ea typeface="Microsoft YaHei"/>
                <a:cs typeface="Microsoft YaHei"/>
              </a:rPr>
              <a:t>影响结果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8B3894-9B10-477B-8D35-79B2E786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6707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6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F0E9"/>
                </a:solidFill>
                <a:latin typeface="Microsoft YaHei"/>
                <a:ea typeface="Microsoft YaHei"/>
                <a:cs typeface="Microsoft YaHei"/>
              </a:rPr>
              <a:t>用户追问“为什么得出这个结论”“有没有反例”“某类用户具体怎么说”时，系统需要更强的证据检索能力。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B14111-F07B-4B04-9AEC-31E55A65D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704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9525">
            <a:solidFill>
              <a:srgbClr val="EC78A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39EBF0-3EE0-4016-AF9F-339772B4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24325"/>
            <a:ext cx="7048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迭代方向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C9AA3B-0DA8-4CDD-8D5F-BBDF7024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48125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6F0E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F0E9"/>
                </a:solidFill>
                <a:latin typeface="Microsoft YaHei"/>
                <a:ea typeface="Microsoft YaHei"/>
                <a:cs typeface="Microsoft YaHei"/>
              </a:rPr>
              <a:t>引入 RAG 机制：将评论、帖子、视频评论切分为可检索语料库，让二次问答先检索原始样本再生成回答，并附平台、原文和链接。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290837C-02EB-4F97-831A-D1B3DC7B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725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C78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C599697-14E9-4B3D-94D8-1EE3827D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05475"/>
            <a:ext cx="102679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C24"/>
                </a:solidFill>
                <a:latin typeface="Microsoft YaHei"/>
                <a:ea typeface="Microsoft YaHei"/>
                <a:cs typeface="Microsoft YaHei"/>
              </a:rPr>
              <a:t>下一步重点：把“能生成报告”升级为“稳定抓取 + 证据驱动追问”的研究 Agent。</a:t>
            </a:r>
          </a:p>
        </p:txBody>
      </p:sp>
    </p:spTree>
    <p:extLst>
      <p:ext uri="{BB962C8B-B14F-4D97-AF65-F5344CB8AC3E}">
        <p14:creationId xmlns:p14="http://schemas.microsoft.com/office/powerpoint/2010/main" val="556665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2026-06-01T09:20:06.9300000Z</dcterms:created>
  <dcterms:modified xsi:type="dcterms:W3CDTF">2026-06-01T09:20:06.9300000Z</dcterms:modified>
</coreProperties>
</file>